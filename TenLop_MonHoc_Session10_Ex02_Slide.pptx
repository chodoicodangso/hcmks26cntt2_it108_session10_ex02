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656A22F8-9FFD-A202-70E4-8EDF2B96E864}">
          <p14:sldIdLst>
            <p14:sldId id="256"/>
          </p14:sldIdLst>
        </p14:section>
        <p14:section name="Tính năng" id="{9BFE8984-C7C3-B244-0CF2-1B5824774786}">
          <p14:sldIdLst>
            <p14:sldId id="257"/>
          </p14:sldIdLst>
        </p14:section>
        <p14:section name="Lộ trình" id="{4BB7B29C-4DE2-01AF-22C9-C56A21458558}">
          <p14:sldIdLst>
            <p14:sldId id="258"/>
          </p14:sldIdLst>
        </p14:section>
        <p14:section name="Kết quả" id="{DFF7CFDD-94FE-FAF9-B0E2-5DE5FF03709D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418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_Z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</a:rPr>
              <a:t>PTIT-Learning  |  Lớp học 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_Title"/>
          <p:cNvSpPr txBox="1"/>
          <p:nvPr/>
        </p:nvSpPr>
        <p:spPr>
          <a:xfrm>
            <a:off x="1180556" y="975632"/>
            <a:ext cx="6782888" cy="319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tính năng Lớp học ảo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ung1_TieuD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tính năng cốt lõi</a:t>
            </a:r>
            <a:endParaRPr lang="en-US" sz="3600" dirty="0"/>
          </a:p>
        </p:txBody>
      </p:sp>
      <p:sp>
        <p:nvSpPr>
          <p:cNvPr id="3" name="Card1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adge1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adgeNum1"/>
          <p:cNvSpPr txBox="1"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CardTitle1"/>
          <p:cNvSpPr txBox="1"/>
          <p:nvPr/>
        </p:nvSpPr>
        <p:spPr>
          <a:xfrm>
            <a:off x="68580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Lớp học ảo</a:t>
            </a:r>
            <a:endParaRPr lang="en-US" sz="2000" dirty="0"/>
          </a:p>
        </p:txBody>
      </p:sp>
      <p:sp>
        <p:nvSpPr>
          <p:cNvPr id="7" name="CardBody1"/>
          <p:cNvSpPr txBox="1"/>
          <p:nvPr/>
        </p:nvSpPr>
        <p:spPr>
          <a:xfrm>
            <a:off x="6858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Video, chat, chia sẻ màn hình và điểm danh tự động.</a:t>
            </a:r>
            <a:endParaRPr lang="en-US" sz="1500" dirty="0"/>
          </a:p>
        </p:txBody>
      </p:sp>
      <p:sp>
        <p:nvSpPr>
          <p:cNvPr id="8" name="Card2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2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adgeNum2"/>
          <p:cNvSpPr txBox="1"/>
          <p:nvPr/>
        </p:nvSpPr>
        <p:spPr>
          <a:xfrm>
            <a:off x="3520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CardTitle2"/>
          <p:cNvSpPr txBox="1"/>
          <p:nvPr/>
        </p:nvSpPr>
        <p:spPr>
          <a:xfrm>
            <a:off x="35204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đa nguồn</a:t>
            </a:r>
            <a:endParaRPr lang="en-US" sz="2000" dirty="0"/>
          </a:p>
        </p:txBody>
      </p:sp>
      <p:sp>
        <p:nvSpPr>
          <p:cNvPr id="12" name="CardBody2"/>
          <p:cNvSpPr txBox="1"/>
          <p:nvPr/>
        </p:nvSpPr>
        <p:spPr>
          <a:xfrm>
            <a:off x="35204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Gom học viên từ 5 kênh, chuẩn hóa bằng TRIM.</a:t>
            </a:r>
            <a:endParaRPr lang="en-US" sz="1500" dirty="0"/>
          </a:p>
        </p:txBody>
      </p:sp>
      <p:sp>
        <p:nvSpPr>
          <p:cNvPr id="13" name="Card3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adge3"/>
          <p:cNvSpPr/>
          <p:nvPr/>
        </p:nvSpPr>
        <p:spPr>
          <a:xfrm>
            <a:off x="635508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adgeNum3"/>
          <p:cNvSpPr txBox="1"/>
          <p:nvPr/>
        </p:nvSpPr>
        <p:spPr>
          <a:xfrm>
            <a:off x="6355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CardTitle3"/>
          <p:cNvSpPr txBox="1"/>
          <p:nvPr/>
        </p:nvSpPr>
        <p:spPr>
          <a:xfrm>
            <a:off x="635508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Lọc đa điều kiện</a:t>
            </a:r>
            <a:endParaRPr lang="en-US" sz="2000" dirty="0"/>
          </a:p>
        </p:txBody>
      </p:sp>
      <p:sp>
        <p:nvSpPr>
          <p:cNvPr id="17" name="CardBody3"/>
          <p:cNvSpPr txBox="1"/>
          <p:nvPr/>
        </p:nvSpPr>
        <p:spPr>
          <a:xfrm>
            <a:off x="63550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AutoFilter theo khoa, nguồn và điểm chuyên cần.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2853E4-FF54-8BD0-47C6-6788DCE763E5}"/>
              </a:ext>
            </a:extLst>
          </p:cNvPr>
          <p:cNvSpPr/>
          <p:nvPr/>
        </p:nvSpPr>
        <p:spPr>
          <a:xfrm>
            <a:off x="140424" y="4590289"/>
            <a:ext cx="8484327" cy="365759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30FB0D2-78CD-B345-CAB1-07A8CDEF0242}"/>
              </a:ext>
            </a:extLst>
          </p:cNvPr>
          <p:cNvSpPr/>
          <p:nvPr/>
        </p:nvSpPr>
        <p:spPr>
          <a:xfrm>
            <a:off x="140424" y="4571999"/>
            <a:ext cx="8484327" cy="365759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ung1_TieuD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học tập</a:t>
            </a:r>
            <a:endParaRPr lang="en-US" sz="3600" dirty="0"/>
          </a:p>
        </p:txBody>
      </p:sp>
      <p:sp>
        <p:nvSpPr>
          <p:cNvPr id="3" name="Node1"/>
          <p:cNvSpPr/>
          <p:nvPr/>
        </p:nvSpPr>
        <p:spPr>
          <a:xfrm>
            <a:off x="457200" y="173736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odeText1"/>
          <p:cNvSpPr txBox="1"/>
          <p:nvPr/>
        </p:nvSpPr>
        <p:spPr>
          <a:xfrm>
            <a:off x="45720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Đăng ký</a:t>
            </a:r>
            <a:endParaRPr lang="en-US" sz="1400" dirty="0"/>
          </a:p>
        </p:txBody>
      </p:sp>
      <p:sp>
        <p:nvSpPr>
          <p:cNvPr id="5" name="Node2"/>
          <p:cNvSpPr/>
          <p:nvPr/>
        </p:nvSpPr>
        <p:spPr>
          <a:xfrm>
            <a:off x="1828800" y="173736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odeText2"/>
          <p:cNvSpPr txBox="1"/>
          <p:nvPr/>
        </p:nvSpPr>
        <p:spPr>
          <a:xfrm>
            <a:off x="182880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Xác thực dữ liệu</a:t>
            </a:r>
            <a:endParaRPr lang="en-US" sz="1400" dirty="0"/>
          </a:p>
        </p:txBody>
      </p:sp>
      <p:sp>
        <p:nvSpPr>
          <p:cNvPr id="7" name="Node3"/>
          <p:cNvSpPr/>
          <p:nvPr/>
        </p:nvSpPr>
        <p:spPr>
          <a:xfrm>
            <a:off x="3200400" y="173736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odeText3"/>
          <p:cNvSpPr txBox="1"/>
          <p:nvPr/>
        </p:nvSpPr>
        <p:spPr>
          <a:xfrm>
            <a:off x="320040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Học lớp ảo</a:t>
            </a:r>
            <a:endParaRPr lang="en-US" sz="1400" dirty="0"/>
          </a:p>
        </p:txBody>
      </p:sp>
      <p:sp>
        <p:nvSpPr>
          <p:cNvPr id="9" name="Node4"/>
          <p:cNvSpPr/>
          <p:nvPr/>
        </p:nvSpPr>
        <p:spPr>
          <a:xfrm>
            <a:off x="4572000" y="173736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odeText4"/>
          <p:cNvSpPr txBox="1"/>
          <p:nvPr/>
        </p:nvSpPr>
        <p:spPr>
          <a:xfrm>
            <a:off x="457200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Bài kiểm tra</a:t>
            </a:r>
            <a:endParaRPr lang="en-US" sz="1400" dirty="0"/>
          </a:p>
        </p:txBody>
      </p:sp>
      <p:sp>
        <p:nvSpPr>
          <p:cNvPr id="11" name="Decision"/>
          <p:cNvSpPr/>
          <p:nvPr/>
        </p:nvSpPr>
        <p:spPr>
          <a:xfrm>
            <a:off x="5943600" y="1600200"/>
            <a:ext cx="1371600" cy="1097280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ecisionText"/>
          <p:cNvSpPr txBox="1"/>
          <p:nvPr/>
        </p:nvSpPr>
        <p:spPr>
          <a:xfrm>
            <a:off x="6217920" y="16002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Điểm ≥ 7?</a:t>
            </a:r>
            <a:endParaRPr lang="en-US" sz="1400" dirty="0"/>
          </a:p>
        </p:txBody>
      </p:sp>
      <p:sp>
        <p:nvSpPr>
          <p:cNvPr id="13" name="NodeEnd"/>
          <p:cNvSpPr/>
          <p:nvPr/>
        </p:nvSpPr>
        <p:spPr>
          <a:xfrm>
            <a:off x="7589520" y="173736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odeEndText"/>
          <p:cNvSpPr txBox="1"/>
          <p:nvPr/>
        </p:nvSpPr>
        <p:spPr>
          <a:xfrm>
            <a:off x="758952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Cấp chứng chỉ</a:t>
            </a:r>
            <a:endParaRPr lang="en-US" sz="1400" dirty="0"/>
          </a:p>
        </p:txBody>
      </p:sp>
      <p:sp>
        <p:nvSpPr>
          <p:cNvPr id="15" name="Arrow1"/>
          <p:cNvSpPr/>
          <p:nvPr/>
        </p:nvSpPr>
        <p:spPr>
          <a:xfrm>
            <a:off x="1554480" y="2148840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row2"/>
          <p:cNvSpPr/>
          <p:nvPr/>
        </p:nvSpPr>
        <p:spPr>
          <a:xfrm>
            <a:off x="2926080" y="2148840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Arrow3"/>
          <p:cNvSpPr/>
          <p:nvPr/>
        </p:nvSpPr>
        <p:spPr>
          <a:xfrm>
            <a:off x="4297680" y="2148840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4"/>
          <p:cNvSpPr/>
          <p:nvPr/>
        </p:nvSpPr>
        <p:spPr>
          <a:xfrm>
            <a:off x="5669280" y="2148840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ow5"/>
          <p:cNvSpPr/>
          <p:nvPr/>
        </p:nvSpPr>
        <p:spPr>
          <a:xfrm>
            <a:off x="7315200" y="2148840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LabelYes"/>
          <p:cNvSpPr txBox="1"/>
          <p:nvPr/>
        </p:nvSpPr>
        <p:spPr>
          <a:xfrm>
            <a:off x="7269480" y="1764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Có</a:t>
            </a:r>
            <a:endParaRPr lang="en-US" sz="1200" dirty="0"/>
          </a:p>
        </p:txBody>
      </p:sp>
      <p:sp>
        <p:nvSpPr>
          <p:cNvPr id="21" name="Loop1"/>
          <p:cNvSpPr/>
          <p:nvPr/>
        </p:nvSpPr>
        <p:spPr>
          <a:xfrm>
            <a:off x="6629400" y="2697480"/>
            <a:ext cx="0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Loop2"/>
          <p:cNvSpPr/>
          <p:nvPr/>
        </p:nvSpPr>
        <p:spPr>
          <a:xfrm>
            <a:off x="3749040" y="3246120"/>
            <a:ext cx="28803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oop3"/>
          <p:cNvSpPr/>
          <p:nvPr/>
        </p:nvSpPr>
        <p:spPr>
          <a:xfrm flipV="1">
            <a:off x="3749040" y="2560320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LabelNo"/>
          <p:cNvSpPr txBox="1"/>
          <p:nvPr/>
        </p:nvSpPr>
        <p:spPr>
          <a:xfrm>
            <a:off x="3931920" y="3319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Không: học lại và kiểm tra lại</a:t>
            </a:r>
            <a:endParaRPr lang="en-US" sz="1400" dirty="0"/>
          </a:p>
        </p:txBody>
      </p:sp>
      <p:sp>
        <p:nvSpPr>
          <p:cNvPr id="25" name="Caption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Quy trình 5 bước, học viên chưa đạt được quay lại học tiếp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ung1_TieuD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dữ liệu hiệu quả</a:t>
            </a:r>
            <a:endParaRPr lang="en-US" sz="3600" dirty="0"/>
          </a:p>
        </p:txBody>
      </p:sp>
      <p:sp>
        <p:nvSpPr>
          <p:cNvPr id="3" name="StatCard1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atNum1"/>
          <p:cNvSpPr txBox="1"/>
          <p:nvPr/>
        </p:nvSpPr>
        <p:spPr>
          <a:xfrm>
            <a:off x="457200" y="1691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6000" dirty="0"/>
          </a:p>
        </p:txBody>
      </p:sp>
      <p:sp>
        <p:nvSpPr>
          <p:cNvPr id="5" name="StatLabel1"/>
          <p:cNvSpPr txBox="1"/>
          <p:nvPr/>
        </p:nvSpPr>
        <p:spPr>
          <a:xfrm>
            <a:off x="64008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khóa học trong một danh mục</a:t>
            </a:r>
            <a:endParaRPr lang="en-US" sz="1600" dirty="0"/>
          </a:p>
        </p:txBody>
      </p:sp>
      <p:sp>
        <p:nvSpPr>
          <p:cNvPr id="6" name="StatCard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atNum2"/>
          <p:cNvSpPr txBox="1"/>
          <p:nvPr/>
        </p:nvSpPr>
        <p:spPr>
          <a:xfrm>
            <a:off x="3291840" y="1691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StatLabel2"/>
          <p:cNvSpPr txBox="1"/>
          <p:nvPr/>
        </p:nvSpPr>
        <p:spPr>
          <a:xfrm>
            <a:off x="347472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nguồn đăng ký được hợp nhất</a:t>
            </a:r>
            <a:endParaRPr lang="en-US" sz="1600" dirty="0"/>
          </a:p>
        </p:txBody>
      </p:sp>
      <p:sp>
        <p:nvSpPr>
          <p:cNvPr id="9" name="StatCard3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atNum3"/>
          <p:cNvSpPr txBox="1"/>
          <p:nvPr/>
        </p:nvSpPr>
        <p:spPr>
          <a:xfrm>
            <a:off x="6126480" y="1691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</a:t>
            </a:r>
            <a:endParaRPr lang="en-US" sz="6000" dirty="0"/>
          </a:p>
        </p:txBody>
      </p:sp>
      <p:sp>
        <p:nvSpPr>
          <p:cNvPr id="11" name="StatLabel3"/>
          <p:cNvSpPr txBox="1"/>
          <p:nvPr/>
        </p:nvSpPr>
        <p:spPr>
          <a:xfrm>
            <a:off x="630936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điểm chuyên cần được cảnh báo sớm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CD064E-02AB-4640-1E3D-5A5649AB225C}"/>
              </a:ext>
            </a:extLst>
          </p:cNvPr>
          <p:cNvSpPr/>
          <p:nvPr/>
        </p:nvSpPr>
        <p:spPr>
          <a:xfrm>
            <a:off x="140424" y="4590289"/>
            <a:ext cx="8484327" cy="365759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IT Navy Orange">
  <a:themeElements>
    <a:clrScheme name="PTIT Navy Orange">
      <a:dk1>
        <a:srgbClr val="0B1F44"/>
      </a:dk1>
      <a:lt1>
        <a:srgbClr val="FFFFFF"/>
      </a:lt1>
      <a:dk2>
        <a:srgbClr val="16305F"/>
      </a:dk2>
      <a:lt2>
        <a:srgbClr val="DCE6F7"/>
      </a:lt2>
      <a:accent1>
        <a:srgbClr val="F58220"/>
      </a:accent1>
      <a:accent2>
        <a:srgbClr val="FFB067"/>
      </a:accent2>
      <a:accent3>
        <a:srgbClr val="5B8DEF"/>
      </a:accent3>
      <a:accent4>
        <a:srgbClr val="2E7D5B"/>
      </a:accent4>
      <a:accent5>
        <a:srgbClr val="C8372D"/>
      </a:accent5>
      <a:accent6>
        <a:srgbClr val="8FA3C7"/>
      </a:accent6>
      <a:hlink>
        <a:srgbClr val="FFB067"/>
      </a:hlink>
      <a:folHlink>
        <a:srgbClr val="DCE6F7"/>
      </a:folHlink>
    </a:clrScheme>
    <a:fontScheme name="PTIT Navy Oran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143</Words>
  <Application>Microsoft Office PowerPoint</Application>
  <PresentationFormat>On-screen Show (16:9)</PresentationFormat>
  <Paragraphs>34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PTIT Navy Orange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PTIT-Learning – Lớp học ảo</dc:title>
  <dc:subject>PptxGenJS Presentation</dc:subject>
  <dc:creator>PptxGenJS</dc:creator>
  <cp:lastModifiedBy>Trinh Nguyen Vuong Lam D26TXCN02-N</cp:lastModifiedBy>
  <cp:revision>2</cp:revision>
  <dcterms:created xsi:type="dcterms:W3CDTF">2026-10-27T02:14:13Z</dcterms:created>
  <dcterms:modified xsi:type="dcterms:W3CDTF">2026-10-27T02:45:44Z</dcterms:modified>
</cp:coreProperties>
</file>